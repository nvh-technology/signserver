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C933-6CDF-F244-C20B-0B0E6C6B0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488017-33CC-D157-298B-B34753799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835D7-6A45-2F13-896C-81348A9E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8E0D5-AC0F-CC07-811D-1C31EA117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166C4-7766-153C-F023-019AFAC8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4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0D5E1-B36E-A368-2B50-3E219CFF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B0086-FCCE-7D6E-0B0B-1F961B75A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740D2-D5DD-9AF5-4994-5355D6020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9792-CDF8-3C95-01A4-D29B4A0A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37CAF-00D0-18DB-649C-9B5CD4C4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5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EB8A-C92C-408E-9D3B-9A84318C8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C7123-F049-0814-92B0-AF5FC260D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17E96-51B8-44BF-2DE8-09763475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4CDC0-469D-C08E-E27C-0DFB4CF65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0A843-A555-F5EF-FAF9-9049DBEEB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2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188DC-67C8-15E1-2EA2-8A6BD5897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05BA7-C3AF-D3F2-CA0C-07BC6E4D7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19C2A-B2FD-A8BB-CC3D-26BFEA6E9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1C76D-1471-7BB1-3BDD-774E64D2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4031B-6628-2572-079A-3DB85EC24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1A479-16D2-6F63-A3D3-C47DBDE92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68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D9EE4-5C57-5CD4-66CD-CC33159D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E767-B710-CC0D-4B99-1D6A611E9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43C20-CDA5-C85A-FC9B-46EA6C679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C777A-A31F-E175-4926-68E3065094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F9F36B-0B1C-FFBC-A225-578FC277A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1FF98A-19A7-C46E-3667-AD0B2028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3AA9D-A2C5-BDC5-9C8C-766ACD3A9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B9CC4-EDE7-3D70-BEFD-50D9379C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4A26-7AAD-AFA3-4D34-5CD8DB7D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BA1F5-5322-350D-9EBE-45A8C3AF9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7BBD27-33C8-A75B-9DF2-662FD76FE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EA2F5-0319-A0FA-4ED8-BA54F85BD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45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93FFB-A111-9320-8C61-00B81777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327A5-E021-FF5E-531D-A9974D183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1FBA6-4832-E03E-C4DC-3A0691B1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58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27E45-6921-140E-67B1-171A5C4D9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17901-EF03-7297-3DA3-AB0EEC774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98103-1FFC-6B58-93B5-CEA3626EA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069CB-CDE2-F7F2-EA8E-01C19AD2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F206D-5882-090E-F1EF-1B5FE744C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4D159-085A-07D0-F8A1-8655A503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97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B4F69-EF0B-AFCF-848B-ABCCB3297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C3E8A-5A56-004F-67A2-445C88BFE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30DAF-988D-E1EE-307B-2ECC37FD3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6CCDB-E669-B27F-0C2A-A5F897E5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53D68-3A2C-1B02-6648-EAB9E2DC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1599A-B586-6C65-04E2-343AB6FDF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24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416CD-73E0-F713-E1AB-305D2AC4F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965F6-733B-C28D-CE35-319505137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C72DD-20ED-2280-2AF2-6D2949AA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51880-25D8-A12F-826F-12F4B986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FF76A-7C4A-4039-0A9D-199CFD44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73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6B995-5CDC-B621-5403-A8FEBA5BD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7A80A4-F975-3694-AE44-E3EE27018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D31A5-E7E1-4DF1-51D7-DE85B50E0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F314C-5B38-A5F1-7461-949DAD38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A71CB-B090-3154-0440-E57060CA5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83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1B357-4B66-ACB5-228F-B6D9D362C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AE92A-FE95-4F83-10D0-37FA324D6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057E4-F806-FA7A-432F-4539292461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18D5F-59B0-465E-B0B1-48D65BEBBC5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A009D-8C59-C97D-FBCD-13BA6602A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6EB2F-458F-3CA9-ACC7-D4CA9A1B8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FD382-AD72-4A45-B9A6-1579E487DF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31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704D-61F6-A8D8-E334-8317B4091B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B64C9-1F77-DFDE-0CE8-F581CE9338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Digital Signature</a:t>
            </a:r>
          </a:p>
        </p:txBody>
      </p:sp>
    </p:spTree>
    <p:extLst>
      <p:ext uri="{BB962C8B-B14F-4D97-AF65-F5344CB8AC3E}">
        <p14:creationId xmlns:p14="http://schemas.microsoft.com/office/powerpoint/2010/main" val="4207089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Tan Hung</dc:creator>
  <cp:lastModifiedBy>Ho Tan Hung</cp:lastModifiedBy>
  <cp:revision>1</cp:revision>
  <dcterms:created xsi:type="dcterms:W3CDTF">2025-07-21T07:57:23Z</dcterms:created>
  <dcterms:modified xsi:type="dcterms:W3CDTF">2025-07-21T07:57:49Z</dcterms:modified>
</cp:coreProperties>
</file>